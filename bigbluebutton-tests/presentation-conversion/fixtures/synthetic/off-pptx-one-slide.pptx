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34" y="1345474"/>
            <a:ext cx="8159932" cy="1097280"/>
          </a:xfrm>
        </p:spPr>
        <p:txBody>
          <a:bodyPr/>
          <a:lstStyle/>
          <a:p>
            <a:r>
              <a:rPr sz="4000"/>
              <a:t>PPTX marker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79714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78286"/>
            <a:ext cx="12192000" cy="979714"/>
          </a:xfrm>
          <a:prstGeom prst="rect">
            <a:avLst/>
          </a:prstGeom>
          <a:solidFill>
            <a:srgbClr val="000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5439"/>
            <a:ext cx="1741714" cy="4727122"/>
          </a:xfrm>
          <a:prstGeom prst="rect">
            <a:avLst/>
          </a:prstGeom>
          <a:solidFill>
            <a:srgbClr val="00B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50286" y="1065439"/>
            <a:ext cx="1741714" cy="4727122"/>
          </a:xfrm>
          <a:prstGeom prst="rect">
            <a:avLst/>
          </a:prstGeom>
          <a:solidFill>
            <a:srgbClr val="F0D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6034" y="2808514"/>
            <a:ext cx="81599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A title, this text box and four coloured rectangles.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marker slide</dc:title>
  <dc:creator>pcf</dc:creator>
  <cp:lastModifiedBy>pcf</cp:lastModifiedBy>
  <cp:revision>1</cp:revision>
  <dcterms:created xsi:type="dcterms:W3CDTF">2020-01-01T00:00:00Z</dcterms:created>
  <dcterms:modified xsi:type="dcterms:W3CDTF">2020-01-01T00:00:00Z</dcterms:modified>
</cp:coreProperties>
</file>